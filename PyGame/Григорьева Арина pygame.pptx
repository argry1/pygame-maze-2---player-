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527F-B21B-4064-9BAD-402D44C18422}" type="datetimeFigureOut">
              <a:rPr lang="ru-RU" smtClean="0"/>
              <a:t>14.02.2022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0C413-734E-4513-9020-04DE98EBDC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4480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527F-B21B-4064-9BAD-402D44C18422}" type="datetimeFigureOut">
              <a:rPr lang="ru-RU" smtClean="0"/>
              <a:t>14.02.2022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0C413-734E-4513-9020-04DE98EBDC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972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527F-B21B-4064-9BAD-402D44C18422}" type="datetimeFigureOut">
              <a:rPr lang="ru-RU" smtClean="0"/>
              <a:t>14.02.2022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0C413-734E-4513-9020-04DE98EBDC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39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527F-B21B-4064-9BAD-402D44C18422}" type="datetimeFigureOut">
              <a:rPr lang="ru-RU" smtClean="0"/>
              <a:t>14.02.2022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0C413-734E-4513-9020-04DE98EBDC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5746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527F-B21B-4064-9BAD-402D44C18422}" type="datetimeFigureOut">
              <a:rPr lang="ru-RU" smtClean="0"/>
              <a:t>14.02.2022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0C413-734E-4513-9020-04DE98EBDC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0985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527F-B21B-4064-9BAD-402D44C18422}" type="datetimeFigureOut">
              <a:rPr lang="ru-RU" smtClean="0"/>
              <a:t>14.02.2022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0C413-734E-4513-9020-04DE98EBDC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364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527F-B21B-4064-9BAD-402D44C18422}" type="datetimeFigureOut">
              <a:rPr lang="ru-RU" smtClean="0"/>
              <a:t>14.02.2022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0C413-734E-4513-9020-04DE98EBDC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4930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527F-B21B-4064-9BAD-402D44C18422}" type="datetimeFigureOut">
              <a:rPr lang="ru-RU" smtClean="0"/>
              <a:t>14.02.2022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0C413-734E-4513-9020-04DE98EBDC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1504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527F-B21B-4064-9BAD-402D44C18422}" type="datetimeFigureOut">
              <a:rPr lang="ru-RU" smtClean="0"/>
              <a:t>14.02.2022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0C413-734E-4513-9020-04DE98EBDC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2387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527F-B21B-4064-9BAD-402D44C18422}" type="datetimeFigureOut">
              <a:rPr lang="ru-RU" smtClean="0"/>
              <a:t>14.02.2022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0C413-734E-4513-9020-04DE98EBDC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5597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527F-B21B-4064-9BAD-402D44C18422}" type="datetimeFigureOut">
              <a:rPr lang="ru-RU" smtClean="0"/>
              <a:t>14.02.2022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0C413-734E-4513-9020-04DE98EBDC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7547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0D527F-B21B-4064-9BAD-402D44C18422}" type="datetimeFigureOut">
              <a:rPr lang="ru-RU" smtClean="0"/>
              <a:t>14.02.2022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90C413-734E-4513-9020-04DE98EBDC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9122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770909" y="1385453"/>
            <a:ext cx="6474691" cy="1163927"/>
          </a:xfrm>
        </p:spPr>
        <p:txBody>
          <a:bodyPr/>
          <a:lstStyle/>
          <a:p>
            <a:r>
              <a:rPr lang="ru-RU" dirty="0" smtClean="0">
                <a:latin typeface="Candara Light" panose="020E0502030303020204" pitchFamily="34" charset="0"/>
              </a:rPr>
              <a:t>Игра </a:t>
            </a:r>
            <a:r>
              <a:rPr lang="en-US" dirty="0" smtClean="0">
                <a:latin typeface="Candara Light" panose="020E0502030303020204" pitchFamily="34" charset="0"/>
              </a:rPr>
              <a:t>“</a:t>
            </a:r>
            <a:r>
              <a:rPr lang="ru-RU" dirty="0" smtClean="0">
                <a:latin typeface="Candara Light" panose="020E0502030303020204" pitchFamily="34" charset="0"/>
              </a:rPr>
              <a:t>лабиринт</a:t>
            </a:r>
            <a:r>
              <a:rPr lang="en-US" dirty="0" smtClean="0">
                <a:latin typeface=" Candara Light"/>
              </a:rPr>
              <a:t>”</a:t>
            </a:r>
            <a:endParaRPr lang="ru-RU" dirty="0">
              <a:latin typeface=" Candara Light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522691" y="6405274"/>
            <a:ext cx="2669309" cy="452726"/>
          </a:xfrm>
        </p:spPr>
        <p:txBody>
          <a:bodyPr/>
          <a:lstStyle/>
          <a:p>
            <a:r>
              <a:rPr lang="ru-RU" dirty="0" smtClean="0"/>
              <a:t>Григорьева Арина</a:t>
            </a:r>
            <a:endParaRPr lang="ru-RU" dirty="0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 flipH="1">
            <a:off x="969818" y="0"/>
            <a:ext cx="27709" cy="7001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>
            <a:off x="0" y="498764"/>
            <a:ext cx="5098473" cy="63592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0" y="4507345"/>
            <a:ext cx="3260436" cy="461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3260436" y="4553527"/>
            <a:ext cx="0" cy="23044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3018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Цель проекта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407516"/>
            <a:ext cx="10515600" cy="4351338"/>
          </a:xfrm>
        </p:spPr>
        <p:txBody>
          <a:bodyPr/>
          <a:lstStyle/>
          <a:p>
            <a:r>
              <a:rPr lang="ru-RU" dirty="0" smtClean="0"/>
              <a:t>Создать 2</a:t>
            </a:r>
            <a:r>
              <a:rPr lang="en-US" dirty="0" smtClean="0"/>
              <a:t>D </a:t>
            </a:r>
            <a:r>
              <a:rPr lang="ru-RU" dirty="0" smtClean="0"/>
              <a:t>игру на платформе </a:t>
            </a:r>
            <a:r>
              <a:rPr lang="en-US" dirty="0" smtClean="0"/>
              <a:t>python(</a:t>
            </a:r>
            <a:r>
              <a:rPr lang="en-US" dirty="0" err="1" smtClean="0"/>
              <a:t>pygame</a:t>
            </a:r>
            <a:r>
              <a:rPr lang="en-US" dirty="0" smtClean="0"/>
              <a:t>)</a:t>
            </a:r>
          </a:p>
          <a:p>
            <a:endParaRPr lang="ru-RU" dirty="0"/>
          </a:p>
        </p:txBody>
      </p:sp>
      <p:pic>
        <p:nvPicPr>
          <p:cNvPr id="5" name="Рисунок 4" descr="&lt;strong&gt;Pixel tree&lt;/strong&gt; symbol | Free SV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5412" y="2646948"/>
            <a:ext cx="3319914" cy="331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215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Идея проекта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Создать 2</a:t>
            </a:r>
            <a:r>
              <a:rPr lang="en-US" dirty="0" smtClean="0"/>
              <a:t>D</a:t>
            </a:r>
            <a:r>
              <a:rPr lang="ru-RU" dirty="0" smtClean="0"/>
              <a:t> лабиринт, по возможности реализовать максимальное кол-во изученной информации.</a:t>
            </a:r>
            <a:endParaRPr lang="ru-RU" dirty="0"/>
          </a:p>
        </p:txBody>
      </p:sp>
      <p:cxnSp>
        <p:nvCxnSpPr>
          <p:cNvPr id="5" name="Соединительная линия уступом 4"/>
          <p:cNvCxnSpPr/>
          <p:nvPr/>
        </p:nvCxnSpPr>
        <p:spPr>
          <a:xfrm>
            <a:off x="3362037" y="3823421"/>
            <a:ext cx="3805382" cy="2475346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4359564" y="3177309"/>
            <a:ext cx="2844800" cy="3251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Соединительная линия уступом 9"/>
          <p:cNvCxnSpPr/>
          <p:nvPr/>
        </p:nvCxnSpPr>
        <p:spPr>
          <a:xfrm rot="5400000">
            <a:off x="4650508" y="3933682"/>
            <a:ext cx="2890982" cy="110836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7286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Решение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Модель игры лабиринт для 2х игроков с наличием уровней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/>
          <a:srcRect l="18579" t="8154" r="19103" b="9087"/>
          <a:stretch/>
        </p:blipFill>
        <p:spPr>
          <a:xfrm>
            <a:off x="1765181" y="3346232"/>
            <a:ext cx="4330819" cy="323517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765181" y="3346232"/>
            <a:ext cx="4717159" cy="3235174"/>
          </a:xfrm>
          <a:prstGeom prst="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3"/>
          <a:srcRect l="18819" t="8935" r="18965" b="9184"/>
          <a:stretch/>
        </p:blipFill>
        <p:spPr>
          <a:xfrm>
            <a:off x="5197643" y="2624152"/>
            <a:ext cx="4698460" cy="3478263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5208049" y="2624152"/>
            <a:ext cx="4706753" cy="3493971"/>
          </a:xfrm>
          <a:prstGeom prst="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877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Создание полностью функционирующей игры для 2х игроков с возможностью выбора уровня.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51471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1397</TotalTime>
  <Words>54</Words>
  <Application>Microsoft Office PowerPoint</Application>
  <PresentationFormat>Широкоэкранный</PresentationFormat>
  <Paragraphs>10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1" baseType="lpstr">
      <vt:lpstr> Candara Light</vt:lpstr>
      <vt:lpstr>Arial</vt:lpstr>
      <vt:lpstr>Calibri</vt:lpstr>
      <vt:lpstr>Calibri Light</vt:lpstr>
      <vt:lpstr>Candara Light</vt:lpstr>
      <vt:lpstr>Тема Office</vt:lpstr>
      <vt:lpstr>Игра “лабиринт”</vt:lpstr>
      <vt:lpstr>Цель проекта</vt:lpstr>
      <vt:lpstr>Идея проекта</vt:lpstr>
      <vt:lpstr>Решение</vt:lpstr>
      <vt:lpstr>Вывод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Игра “лабиринт”</dc:title>
  <dc:creator>79323171746</dc:creator>
  <cp:lastModifiedBy>79323171746</cp:lastModifiedBy>
  <cp:revision>5</cp:revision>
  <dcterms:created xsi:type="dcterms:W3CDTF">2022-02-14T14:51:14Z</dcterms:created>
  <dcterms:modified xsi:type="dcterms:W3CDTF">2022-02-15T14:09:00Z</dcterms:modified>
</cp:coreProperties>
</file>